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d1b39f-a281-798b-b061-6b06405d76a2}">
          <p14:sldIdLst>
            <p14:sldId id="256"/>
            <p14:sldId id="257"/>
          </p14:sldIdLst>
        </p14:section>
        <p14:section name="Part 1" id="{f21d3dc7-572d-b271-e242-1c3ebc6ce3c3}">
          <p14:sldIdLst>
            <p14:sldId id="258"/>
            <p14:sldId id="259"/>
            <p14:sldId id="260"/>
            <p14:sldId id="261"/>
            <p14:sldId id="262"/>
            <p14:sldId id="263"/>
          </p14:sldIdLst>
        </p14:section>
        <p14:section name="Part 2" id="{156ebab2-848b-8cc3-02f4-68e17b80210e}">
          <p14:sldIdLst>
            <p14:sldId id="264"/>
            <p14:sldId id="265"/>
            <p14:sldId id="266"/>
            <p14:sldId id="267"/>
            <p14:sldId id="268"/>
          </p14:sldIdLst>
        </p14:section>
        <p14:section name="Backup" id="{23e60b6b-7d94-ffba-61c5-072e50069360}">
          <p14:sldIdLst>
            <p14:sldId id="269"/>
            <p14:sldId id="270"/>
            <p14:sldId id="271"/>
            <p14:sldId id="272"/>
            <p14:sldId id="273"/>
          </p14:sldIdLst>
        </p14:section>
        <p14:section name="Backup" id="{0b40e947-200f-3d3a-b3fc-fc5a9c37d2e1}">
          <p14:sldIdLst/>
        </p14:section>
        <p14:section name="Backup" id="{71c216e6-ebfa-f7b3-89d9-ef912a163bd6}">
          <p14:sldIdLst/>
        </p14:section>
        <p14:section name="Backup" id="{89f666fb-dee3-3249-f9c7-60f1c6a88d96}">
          <p14:sldIdLst/>
        </p14:section>
        <p14:section name="Backup" id="{763930a7-370a-164d-201b-7934f587e11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Next, we want to link the muscles, so that one muscle's loss predicts another's and a weighted sum estimates strength loss, and to build a risk-assessment system based on a person's characteristics.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8"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0116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a:p>
            <a:pPr marL="342900" indent="-342900">
              <a:spcAft>
                <a:spcPts val="400"/>
              </a:spcAft>
              <a:buSzPct val="100000"/>
              <a:buChar char="•"/>
            </a:pPr>
            <a:r>
              <a:rPr lang="en-US" sz="1800" dirty="0">
                <a:solidFill>
                  <a:schemeClr val="tx1"/>
                </a:solidFill>
              </a:rPr>
              <a:t>A risk-assessment system based on a person's characteristics, such as age, sex and fitness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2026-10-06T13:11:22Z</dcterms:created>
  <dcterms:modified xsi:type="dcterms:W3CDTF">2026-10-06T13:11:22Z</dcterms:modified>
</cp:coreProperties>
</file>