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7c5853-9b75-8d20-6277-af2760e44f27}">
          <p14:sldIdLst>
            <p14:sldId id="256"/>
            <p14:sldId id="257"/>
          </p14:sldIdLst>
        </p14:section>
        <p14:section name="Part 1" id="{52d66020-36dc-7417-fc75-e3aa7241e793}">
          <p14:sldIdLst>
            <p14:sldId id="258"/>
            <p14:sldId id="259"/>
            <p14:sldId id="260"/>
            <p14:sldId id="261"/>
            <p14:sldId id="262"/>
            <p14:sldId id="263"/>
          </p14:sldIdLst>
        </p14:section>
        <p14:section name="Part 2" id="{df437b2e-7504-f6db-4bda-6cd464c49fba}">
          <p14:sldIdLst>
            <p14:sldId id="264"/>
            <p14:sldId id="265"/>
            <p14:sldId id="266"/>
            <p14:sldId id="267"/>
            <p14:sldId id="268"/>
          </p14:sldIdLst>
        </p14:section>
        <p14:section name="Backup" id="{0dea138c-c9ac-0675-a8e3-a170706e787e}">
          <p14:sldIdLst>
            <p14:sldId id="269"/>
            <p14:sldId id="270"/>
            <p14:sldId id="271"/>
            <p14:sldId id="272"/>
            <p14:sldId id="273"/>
          </p14:sldIdLst>
        </p14:section>
        <p14:section name="Backup" id="{bc8cd86e-8b0b-371c-ade6-47f5957bbb73}">
          <p14:sldIdLst/>
        </p14:section>
        <p14:section name="Backup" id="{9ed93948-e53f-e178-3eeb-def88d495ce3}">
          <p14:sldIdLst/>
        </p14:section>
        <p14:section name="Backup" id="{7e95f7d3-eca4-7d6a-9cd9-20e7ad478fd8}">
          <p14:sldIdLst/>
        </p14:section>
        <p14:section name="Backup" id="{516286b5-9eda-0efd-d532-2e521f734bf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1"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38" name="Text 36"/>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Studies published per year, by length of unloading</a:t>
            </a:r>
            <a:endParaRPr lang="en-US" sz="1400" dirty="0"/>
          </a:p>
        </p:txBody>
      </p:sp>
      <p:sp>
        <p:nvSpPr>
          <p:cNvPr id="39" name="Text 37"/>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0" name="Text 38"/>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1" name="Legend 180 days (spaceflight)"/>
          <p:cNvSpPr/>
          <p:nvPr/>
        </p:nvSpPr>
        <p:spPr>
          <a:xfrm>
            <a:off x="548640" y="4261104"/>
            <a:ext cx="201168" cy="164592"/>
          </a:xfrm>
          <a:prstGeom prst="rect">
            <a:avLst/>
          </a:prstGeom>
          <a:solidFill>
            <a:srgbClr val="A23B2A"/>
          </a:solidFill>
          <a:ln/>
        </p:spPr>
      </p:sp>
      <p:sp>
        <p:nvSpPr>
          <p:cNvPr id="42" name="Text 40"/>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3" name="Legend 61 to 119 days"/>
          <p:cNvSpPr/>
          <p:nvPr/>
        </p:nvSpPr>
        <p:spPr>
          <a:xfrm>
            <a:off x="548640" y="4590288"/>
            <a:ext cx="201168" cy="164592"/>
          </a:xfrm>
          <a:prstGeom prst="rect">
            <a:avLst/>
          </a:prstGeom>
          <a:solidFill>
            <a:srgbClr val="1F3A5F"/>
          </a:solidFill>
          <a:ln/>
        </p:spPr>
      </p:sp>
      <p:sp>
        <p:nvSpPr>
          <p:cNvPr id="44" name="Text 42"/>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5" name="Legend 31 to 60 days"/>
          <p:cNvSpPr/>
          <p:nvPr/>
        </p:nvSpPr>
        <p:spPr>
          <a:xfrm>
            <a:off x="548640" y="4919472"/>
            <a:ext cx="201168" cy="164592"/>
          </a:xfrm>
          <a:prstGeom prst="rect">
            <a:avLst/>
          </a:prstGeom>
          <a:solidFill>
            <a:srgbClr val="56739A"/>
          </a:solidFill>
          <a:ln/>
        </p:spPr>
      </p:sp>
      <p:sp>
        <p:nvSpPr>
          <p:cNvPr id="46" name="Text 44"/>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47" name="Legend 15 to 30 days"/>
          <p:cNvSpPr/>
          <p:nvPr/>
        </p:nvSpPr>
        <p:spPr>
          <a:xfrm>
            <a:off x="548640" y="5248656"/>
            <a:ext cx="201168" cy="164592"/>
          </a:xfrm>
          <a:prstGeom prst="rect">
            <a:avLst/>
          </a:prstGeom>
          <a:solidFill>
            <a:srgbClr val="8FA3BB"/>
          </a:solidFill>
          <a:ln/>
        </p:spPr>
      </p:sp>
      <p:sp>
        <p:nvSpPr>
          <p:cNvPr id="48" name="Text 46"/>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49" name="Legend 5 to 14 days"/>
          <p:cNvSpPr/>
          <p:nvPr/>
        </p:nvSpPr>
        <p:spPr>
          <a:xfrm>
            <a:off x="548640" y="5577840"/>
            <a:ext cx="201168" cy="164592"/>
          </a:xfrm>
          <a:prstGeom prst="rect">
            <a:avLst/>
          </a:prstGeom>
          <a:solidFill>
            <a:srgbClr val="C9D2DD"/>
          </a:solidFill>
          <a:ln/>
        </p:spPr>
      </p:sp>
      <p:sp>
        <p:nvSpPr>
          <p:cNvPr id="50" name="Text 48"/>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1"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sp>
        <p:nvSpPr>
          <p:cNvPr id="17"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18"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0"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1"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predicts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prediction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2026-10-06T12:42:56Z</dcterms:created>
  <dcterms:modified xsi:type="dcterms:W3CDTF">2026-10-06T12:42:56Z</dcterms:modified>
</cp:coreProperties>
</file>