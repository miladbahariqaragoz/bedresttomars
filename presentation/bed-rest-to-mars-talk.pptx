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b4df12-54f4-6163-6938-ae8afbb68747}">
          <p14:sldIdLst>
            <p14:sldId id="256"/>
            <p14:sldId id="257"/>
          </p14:sldIdLst>
        </p14:section>
        <p14:section name="Part 1" id="{56b65289-ec66-48b3-241d-2eaa60551133}">
          <p14:sldIdLst>
            <p14:sldId id="258"/>
            <p14:sldId id="259"/>
            <p14:sldId id="260"/>
            <p14:sldId id="261"/>
            <p14:sldId id="262"/>
            <p14:sldId id="263"/>
          </p14:sldIdLst>
        </p14:section>
        <p14:section name="Part 2" id="{d859bc3c-9ad6-bfc5-e282-28378d9d1817}">
          <p14:sldIdLst>
            <p14:sldId id="264"/>
            <p14:sldId id="265"/>
            <p14:sldId id="266"/>
            <p14:sldId id="267"/>
            <p14:sldId id="268"/>
          </p14:sldIdLst>
        </p14:section>
        <p14:section name="Backup" id="{acf4fa32-ab51-effa-ddef-e4262894e651}">
          <p14:sldIdLst>
            <p14:sldId id="269"/>
            <p14:sldId id="270"/>
            <p14:sldId id="271"/>
            <p14:sldId id="272"/>
            <p14:sldId id="273"/>
          </p14:sldIdLst>
        </p14:section>
        <p14:section name="Backup" id="{a93da623-e2be-9fdc-369d-bdd599129203}">
          <p14:sldIdLst/>
        </p14:section>
        <p14:section name="Backup" id="{18434d35-172b-10cc-f71a-005cbd1ba07b}">
          <p14:sldIdLst/>
        </p14:section>
        <p14:section name="Backup" id="{323cfc83-c2de-14cb-1fcd-9f739ab12fed}">
          <p14:sldIdLst/>
        </p14:section>
        <p14:section name="Backup" id="{97606cd9-4e4f-4211-eb31-b3b0f44811d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CD7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B3AD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7D8A8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3F4E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7B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A598"/>
            </a:solidFill>
            <a:prstDash val="solid"/>
            <a:round/>
          </a:ln>
        </c:spPr>
        <c:txPr>
          <a:bodyPr/>
          <a:lstStyle/>
          <a:p>
            <a:pPr>
              <a:defRPr sz="1000" b="0" i="0" u="none" strike="noStrike">
                <a:solidFill>
                  <a:srgbClr val="6F7877"/>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8E4D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F7877"/>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7B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C4BEB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F7877"/>
                    </a:solidFill>
                    <a:latin typeface="Arial"/>
                  </a:defRPr>
                </a:pPr>
                <a:r>
                  <a:rPr sz="1000" b="0" i="0" u="none" strike="noStrike">
                    <a:solidFill>
                      <a:srgbClr val="6F7877"/>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C3639"/>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8E4D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F7877"/>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C4BEB0"/>
            </a:solidFill>
            <a:effectLst/>
          </c:spPr>
          <c:invertIfNegative val="0"/>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dPt>
            <c:idx val="0"/>
            <c:invertIfNegative val="0"/>
            <c:bubble3D val="0"/>
            <c:spPr>
              <a:solidFill>
                <a:srgbClr val="C4BEB0"/>
              </a:solidFill>
              <a:effectLst/>
            </c:spPr>
          </c:dPt>
          <c:dPt>
            <c:idx val="1"/>
            <c:invertIfNegative val="0"/>
            <c:bubble3D val="0"/>
            <c:spPr>
              <a:solidFill>
                <a:srgbClr val="C4BEB0"/>
              </a:solidFill>
              <a:effectLst/>
            </c:spPr>
          </c:dPt>
          <c:dPt>
            <c:idx val="2"/>
            <c:invertIfNegative val="0"/>
            <c:bubble3D val="0"/>
            <c:spPr>
              <a:solidFill>
                <a:srgbClr val="C4BEB0"/>
              </a:solidFill>
              <a:effectLst/>
            </c:spPr>
          </c:dPt>
          <c:dPt>
            <c:idx val="3"/>
            <c:invertIfNegative val="0"/>
            <c:bubble3D val="0"/>
            <c:spPr>
              <a:solidFill>
                <a:srgbClr val="C4BEB0"/>
              </a:solidFill>
              <a:effectLst/>
            </c:spPr>
          </c:dPt>
          <c:dPt>
            <c:idx val="4"/>
            <c:invertIfNegative val="0"/>
            <c:bubble3D val="0"/>
            <c:spPr>
              <a:solidFill>
                <a:srgbClr val="C4BEB0"/>
              </a:solidFill>
              <a:effectLst/>
            </c:spPr>
          </c:dPt>
          <c:dPt>
            <c:idx val="5"/>
            <c:invertIfNegative val="0"/>
            <c:bubble3D val="0"/>
            <c:spPr>
              <a:solidFill>
                <a:srgbClr val="2C3639"/>
              </a:solidFill>
              <a:effectLst/>
            </c:spPr>
          </c:dPt>
          <c:dPt>
            <c:idx val="6"/>
            <c:invertIfNegative val="0"/>
            <c:bubble3D val="0"/>
            <c:spPr>
              <a:solidFill>
                <a:srgbClr val="A27B5C"/>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A9A598"/>
            </a:solidFill>
            <a:prstDash val="solid"/>
            <a:round/>
          </a:ln>
        </c:spPr>
        <c:txPr>
          <a:bodyPr/>
          <a:lstStyle/>
          <a:p>
            <a:pPr>
              <a:defRPr sz="1400" b="0" i="0" u="none" strike="noStrike">
                <a:solidFill>
                  <a:srgbClr val="2C3639"/>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8E4D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F7877"/>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C4BEB0"/>
            </a:solidFill>
            <a:effectLst/>
          </c:spPr>
          <c:invertIfNegative val="0"/>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dPt>
            <c:idx val="0"/>
            <c:invertIfNegative val="0"/>
            <c:bubble3D val="0"/>
            <c:spPr>
              <a:solidFill>
                <a:srgbClr val="C4BEB0"/>
              </a:solidFill>
              <a:effectLst/>
            </c:spPr>
          </c:dPt>
          <c:dPt>
            <c:idx val="1"/>
            <c:invertIfNegative val="0"/>
            <c:bubble3D val="0"/>
            <c:spPr>
              <a:solidFill>
                <a:srgbClr val="C4BEB0"/>
              </a:solidFill>
              <a:effectLst/>
            </c:spPr>
          </c:dPt>
          <c:dPt>
            <c:idx val="2"/>
            <c:invertIfNegative val="0"/>
            <c:bubble3D val="0"/>
            <c:spPr>
              <a:solidFill>
                <a:srgbClr val="C4BEB0"/>
              </a:solidFill>
              <a:effectLst/>
            </c:spPr>
          </c:dPt>
          <c:dPt>
            <c:idx val="3"/>
            <c:invertIfNegative val="0"/>
            <c:bubble3D val="0"/>
            <c:spPr>
              <a:solidFill>
                <a:srgbClr val="C4BEB0"/>
              </a:solidFill>
              <a:effectLst/>
            </c:spPr>
          </c:dPt>
          <c:dPt>
            <c:idx val="4"/>
            <c:invertIfNegative val="0"/>
            <c:bubble3D val="0"/>
            <c:spPr>
              <a:solidFill>
                <a:srgbClr val="C4BEB0"/>
              </a:solidFill>
              <a:effectLst/>
            </c:spPr>
          </c:dPt>
          <c:dPt>
            <c:idx val="5"/>
            <c:invertIfNegative val="0"/>
            <c:bubble3D val="0"/>
            <c:spPr>
              <a:solidFill>
                <a:srgbClr val="2C3639"/>
              </a:solidFill>
              <a:effectLst/>
            </c:spPr>
          </c:dPt>
          <c:dPt>
            <c:idx val="6"/>
            <c:invertIfNegative val="0"/>
            <c:bubble3D val="0"/>
            <c:spPr>
              <a:solidFill>
                <a:srgbClr val="A27B5C"/>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A9A598"/>
            </a:solidFill>
            <a:prstDash val="solid"/>
            <a:round/>
          </a:ln>
        </c:spPr>
        <c:txPr>
          <a:bodyPr/>
          <a:lstStyle/>
          <a:p>
            <a:pPr>
              <a:defRPr sz="1400" b="0" i="0" u="none" strike="noStrike">
                <a:solidFill>
                  <a:srgbClr val="2C3639"/>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8E4DA"/>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F7877"/>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brown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A9A598"/>
            </a:solidFill>
            <a:prstDash val="solid"/>
          </a:ln>
        </p:spPr>
      </p:sp>
      <p:sp>
        <p:nvSpPr>
          <p:cNvPr id="4" name="Part 1 bracket"/>
          <p:cNvSpPr/>
          <p:nvPr/>
        </p:nvSpPr>
        <p:spPr>
          <a:xfrm>
            <a:off x="1005840" y="2834640"/>
            <a:ext cx="4443984" cy="0"/>
          </a:xfrm>
          <a:prstGeom prst="line">
            <a:avLst/>
          </a:prstGeom>
          <a:noFill/>
          <a:ln w="12700">
            <a:solidFill>
              <a:srgbClr val="2C3639"/>
            </a:solidFill>
            <a:prstDash val="solid"/>
          </a:ln>
        </p:spPr>
      </p:sp>
      <p:sp>
        <p:nvSpPr>
          <p:cNvPr id="5" name="Part 1 bracket left"/>
          <p:cNvSpPr/>
          <p:nvPr/>
        </p:nvSpPr>
        <p:spPr>
          <a:xfrm>
            <a:off x="1005840" y="2834640"/>
            <a:ext cx="0" cy="137160"/>
          </a:xfrm>
          <a:prstGeom prst="line">
            <a:avLst/>
          </a:prstGeom>
          <a:noFill/>
          <a:ln w="12700">
            <a:solidFill>
              <a:srgbClr val="2C3639"/>
            </a:solidFill>
            <a:prstDash val="solid"/>
          </a:ln>
        </p:spPr>
      </p:sp>
      <p:sp>
        <p:nvSpPr>
          <p:cNvPr id="6" name="Part 1 bracket right"/>
          <p:cNvSpPr/>
          <p:nvPr/>
        </p:nvSpPr>
        <p:spPr>
          <a:xfrm>
            <a:off x="5449824" y="2834640"/>
            <a:ext cx="0" cy="137160"/>
          </a:xfrm>
          <a:prstGeom prst="line">
            <a:avLst/>
          </a:prstGeom>
          <a:noFill/>
          <a:ln w="12700">
            <a:solidFill>
              <a:srgbClr val="2C3639"/>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2C3639"/>
            </a:solidFill>
            <a:prstDash val="solid"/>
          </a:ln>
        </p:spPr>
      </p:sp>
      <p:sp>
        <p:nvSpPr>
          <p:cNvPr id="9" name="Part 2 bracket left"/>
          <p:cNvSpPr/>
          <p:nvPr/>
        </p:nvSpPr>
        <p:spPr>
          <a:xfrm>
            <a:off x="6711696" y="2834640"/>
            <a:ext cx="0" cy="137160"/>
          </a:xfrm>
          <a:prstGeom prst="line">
            <a:avLst/>
          </a:prstGeom>
          <a:noFill/>
          <a:ln w="12700">
            <a:solidFill>
              <a:srgbClr val="2C3639"/>
            </a:solidFill>
            <a:prstDash val="solid"/>
          </a:ln>
        </p:spPr>
      </p:sp>
      <p:sp>
        <p:nvSpPr>
          <p:cNvPr id="10" name="Part 2 bracket right"/>
          <p:cNvSpPr/>
          <p:nvPr/>
        </p:nvSpPr>
        <p:spPr>
          <a:xfrm>
            <a:off x="11155680" y="2834640"/>
            <a:ext cx="0" cy="137160"/>
          </a:xfrm>
          <a:prstGeom prst="line">
            <a:avLst/>
          </a:prstGeom>
          <a:noFill/>
          <a:ln w="12700">
            <a:solidFill>
              <a:srgbClr val="2C3639"/>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7B5C"/>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A9A598"/>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1"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7B5C"/>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A9A598"/>
            </a:solidFill>
            <a:prstDash val="solid"/>
          </a:ln>
        </p:spPr>
      </p:sp>
      <p:sp>
        <p:nvSpPr>
          <p:cNvPr id="20" name="Arrow"/>
          <p:cNvSpPr/>
          <p:nvPr/>
        </p:nvSpPr>
        <p:spPr>
          <a:xfrm>
            <a:off x="9098280" y="4206240"/>
            <a:ext cx="548640" cy="0"/>
          </a:xfrm>
          <a:prstGeom prst="line">
            <a:avLst/>
          </a:prstGeom>
          <a:noFill/>
          <a:ln w="15875">
            <a:solidFill>
              <a:srgbClr val="2C3639"/>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7B5C"/>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A9A598"/>
            </a:solidFill>
            <a:prstDash val="solid"/>
          </a:ln>
        </p:spPr>
      </p:sp>
      <p:sp>
        <p:nvSpPr>
          <p:cNvPr id="23" name="Original outline"/>
          <p:cNvSpPr/>
          <p:nvPr/>
        </p:nvSpPr>
        <p:spPr>
          <a:xfrm>
            <a:off x="9692640" y="3337560"/>
            <a:ext cx="1737360" cy="1737360"/>
          </a:xfrm>
          <a:prstGeom prst="ellipse">
            <a:avLst/>
          </a:prstGeom>
          <a:ln w="12700">
            <a:solidFill>
              <a:srgbClr val="2C3639"/>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7B5C"/>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A9A598"/>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4" name="Earth"/>
          <p:cNvSpPr/>
          <p:nvPr/>
        </p:nvSpPr>
        <p:spPr>
          <a:xfrm>
            <a:off x="6675120" y="1828800"/>
            <a:ext cx="548640" cy="548640"/>
          </a:xfrm>
          <a:prstGeom prst="ellipse">
            <a:avLst/>
          </a:prstGeom>
          <a:solidFill>
            <a:srgbClr val="2C3639"/>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C4BEB0"/>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7B5C"/>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F7877"/>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F7877"/>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F7877"/>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7B5C"/>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7B5C">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7B5C"/>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2C3639"/>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F7877"/>
            </a:solidFill>
            <a:prstDash val="solid"/>
          </a:ln>
        </p:spPr>
      </p:sp>
      <p:sp>
        <p:nvSpPr>
          <p:cNvPr id="40" name="Tick 0"/>
          <p:cNvSpPr/>
          <p:nvPr/>
        </p:nvSpPr>
        <p:spPr>
          <a:xfrm>
            <a:off x="8229600" y="4434840"/>
            <a:ext cx="0" cy="54864"/>
          </a:xfrm>
          <a:prstGeom prst="line">
            <a:avLst/>
          </a:prstGeom>
          <a:noFill/>
          <a:ln w="9525">
            <a:solidFill>
              <a:srgbClr val="6F7877"/>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F7877"/>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F7877"/>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A9A598"/>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2C3639"/>
          </a:solidFill>
          <a:ln w="12700">
            <a:solidFill>
              <a:srgbClr val="2C3639"/>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A9A598"/>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A9A598"/>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2C3639"/>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2C3639"/>
            </a:solidFill>
            <a:prstDash val="solid"/>
            <a:tailEnd type="triangle"/>
          </a:ln>
        </p:spPr>
      </p:sp>
      <p:sp>
        <p:nvSpPr>
          <p:cNvPr id="57"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58"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7B5C"/>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1"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2"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3" name="Abstract 14-119"/>
          <p:cNvSpPr/>
          <p:nvPr/>
        </p:nvSpPr>
        <p:spPr>
          <a:xfrm>
            <a:off x="3889248" y="1591056"/>
            <a:ext cx="4480560" cy="329184"/>
          </a:xfrm>
          <a:prstGeom prst="rect">
            <a:avLst/>
          </a:prstGeom>
          <a:solidFill>
            <a:srgbClr val="C4BEB0"/>
          </a:solidFill>
          <a:ln/>
        </p:spPr>
      </p:sp>
      <p:sp>
        <p:nvSpPr>
          <p:cNvPr id="14"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5"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6"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7" name="Final dataset 5-119"/>
          <p:cNvSpPr/>
          <p:nvPr/>
        </p:nvSpPr>
        <p:spPr>
          <a:xfrm>
            <a:off x="3505200" y="2157984"/>
            <a:ext cx="4864608" cy="329184"/>
          </a:xfrm>
          <a:prstGeom prst="rect">
            <a:avLst/>
          </a:prstGeom>
          <a:solidFill>
            <a:srgbClr val="2C3639"/>
          </a:solidFill>
          <a:ln/>
        </p:spPr>
      </p:sp>
      <p:sp>
        <p:nvSpPr>
          <p:cNvPr id="18" name="Final dataset 119-180"/>
          <p:cNvSpPr/>
          <p:nvPr/>
        </p:nvSpPr>
        <p:spPr>
          <a:xfrm>
            <a:off x="8369808" y="2157984"/>
            <a:ext cx="2602992" cy="329184"/>
          </a:xfrm>
          <a:prstGeom prst="rect">
            <a:avLst/>
          </a:prstGeom>
          <a:solidFill>
            <a:srgbClr val="A27B5C"/>
          </a:solidFill>
          <a:ln/>
        </p:spPr>
      </p:sp>
      <p:sp>
        <p:nvSpPr>
          <p:cNvPr id="19"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0"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1"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2"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3" name="Day axis"/>
          <p:cNvSpPr/>
          <p:nvPr/>
        </p:nvSpPr>
        <p:spPr>
          <a:xfrm>
            <a:off x="3291840" y="2670048"/>
            <a:ext cx="7680960" cy="0"/>
          </a:xfrm>
          <a:prstGeom prst="line">
            <a:avLst/>
          </a:prstGeom>
          <a:noFill/>
          <a:ln w="9525">
            <a:solidFill>
              <a:srgbClr val="6F7877"/>
            </a:solidFill>
            <a:prstDash val="solid"/>
          </a:ln>
        </p:spPr>
      </p:sp>
      <p:sp>
        <p:nvSpPr>
          <p:cNvPr id="24" name="Tick 0"/>
          <p:cNvSpPr/>
          <p:nvPr/>
        </p:nvSpPr>
        <p:spPr>
          <a:xfrm>
            <a:off x="3291840" y="2670048"/>
            <a:ext cx="0" cy="54864"/>
          </a:xfrm>
          <a:prstGeom prst="line">
            <a:avLst/>
          </a:prstGeom>
          <a:noFill/>
          <a:ln w="9525">
            <a:solidFill>
              <a:srgbClr val="6F7877"/>
            </a:solidFill>
            <a:prstDash val="solid"/>
          </a:ln>
        </p:spPr>
      </p:sp>
      <p:sp>
        <p:nvSpPr>
          <p:cNvPr id="25"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ick 30"/>
          <p:cNvSpPr/>
          <p:nvPr/>
        </p:nvSpPr>
        <p:spPr>
          <a:xfrm>
            <a:off x="4572000" y="2670048"/>
            <a:ext cx="0" cy="54864"/>
          </a:xfrm>
          <a:prstGeom prst="line">
            <a:avLst/>
          </a:prstGeom>
          <a:noFill/>
          <a:ln w="9525">
            <a:solidFill>
              <a:srgbClr val="6F7877"/>
            </a:solidFill>
            <a:prstDash val="solid"/>
          </a:ln>
        </p:spPr>
      </p:sp>
      <p:sp>
        <p:nvSpPr>
          <p:cNvPr id="27"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8" name="Tick 60"/>
          <p:cNvSpPr/>
          <p:nvPr/>
        </p:nvSpPr>
        <p:spPr>
          <a:xfrm>
            <a:off x="5852160" y="2670048"/>
            <a:ext cx="0" cy="54864"/>
          </a:xfrm>
          <a:prstGeom prst="line">
            <a:avLst/>
          </a:prstGeom>
          <a:noFill/>
          <a:ln w="9525">
            <a:solidFill>
              <a:srgbClr val="6F7877"/>
            </a:solidFill>
            <a:prstDash val="solid"/>
          </a:ln>
        </p:spPr>
      </p:sp>
      <p:sp>
        <p:nvSpPr>
          <p:cNvPr id="29"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ick 90"/>
          <p:cNvSpPr/>
          <p:nvPr/>
        </p:nvSpPr>
        <p:spPr>
          <a:xfrm>
            <a:off x="7132320" y="2670048"/>
            <a:ext cx="0" cy="54864"/>
          </a:xfrm>
          <a:prstGeom prst="line">
            <a:avLst/>
          </a:prstGeom>
          <a:noFill/>
          <a:ln w="9525">
            <a:solidFill>
              <a:srgbClr val="6F7877"/>
            </a:solidFill>
            <a:prstDash val="solid"/>
          </a:ln>
        </p:spPr>
      </p:sp>
      <p:sp>
        <p:nvSpPr>
          <p:cNvPr id="31"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2" name="Tick 119"/>
          <p:cNvSpPr/>
          <p:nvPr/>
        </p:nvSpPr>
        <p:spPr>
          <a:xfrm>
            <a:off x="8369808" y="2670048"/>
            <a:ext cx="0" cy="54864"/>
          </a:xfrm>
          <a:prstGeom prst="line">
            <a:avLst/>
          </a:prstGeom>
          <a:noFill/>
          <a:ln w="9525">
            <a:solidFill>
              <a:srgbClr val="6F7877"/>
            </a:solidFill>
            <a:prstDash val="solid"/>
          </a:ln>
        </p:spPr>
      </p:sp>
      <p:sp>
        <p:nvSpPr>
          <p:cNvPr id="33"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4" name="Tick 150"/>
          <p:cNvSpPr/>
          <p:nvPr/>
        </p:nvSpPr>
        <p:spPr>
          <a:xfrm>
            <a:off x="9692640" y="2670048"/>
            <a:ext cx="0" cy="54864"/>
          </a:xfrm>
          <a:prstGeom prst="line">
            <a:avLst/>
          </a:prstGeom>
          <a:noFill/>
          <a:ln w="9525">
            <a:solidFill>
              <a:srgbClr val="6F7877"/>
            </a:solidFill>
            <a:prstDash val="solid"/>
          </a:ln>
        </p:spPr>
      </p:sp>
      <p:sp>
        <p:nvSpPr>
          <p:cNvPr id="35"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6" name="Tick 180"/>
          <p:cNvSpPr/>
          <p:nvPr/>
        </p:nvSpPr>
        <p:spPr>
          <a:xfrm>
            <a:off x="10972800" y="2670048"/>
            <a:ext cx="0" cy="54864"/>
          </a:xfrm>
          <a:prstGeom prst="line">
            <a:avLst/>
          </a:prstGeom>
          <a:noFill/>
          <a:ln w="9525">
            <a:solidFill>
              <a:srgbClr val="6F7877"/>
            </a:solidFill>
            <a:prstDash val="solid"/>
          </a:ln>
        </p:spPr>
      </p:sp>
      <p:sp>
        <p:nvSpPr>
          <p:cNvPr id="37"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8"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39"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0"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1"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2" name="Legend 180 days (spaceflight)"/>
          <p:cNvSpPr/>
          <p:nvPr/>
        </p:nvSpPr>
        <p:spPr>
          <a:xfrm>
            <a:off x="548640" y="4261104"/>
            <a:ext cx="201168" cy="164592"/>
          </a:xfrm>
          <a:prstGeom prst="rect">
            <a:avLst/>
          </a:prstGeom>
          <a:solidFill>
            <a:srgbClr val="A27B5C"/>
          </a:solidFill>
          <a:ln/>
        </p:spPr>
      </p:sp>
      <p:sp>
        <p:nvSpPr>
          <p:cNvPr id="43"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4" name="Legend 61 to 119 days"/>
          <p:cNvSpPr/>
          <p:nvPr/>
        </p:nvSpPr>
        <p:spPr>
          <a:xfrm>
            <a:off x="548640" y="4590288"/>
            <a:ext cx="201168" cy="164592"/>
          </a:xfrm>
          <a:prstGeom prst="rect">
            <a:avLst/>
          </a:prstGeom>
          <a:solidFill>
            <a:srgbClr val="3F4E4F"/>
          </a:solidFill>
          <a:ln/>
        </p:spPr>
      </p:sp>
      <p:sp>
        <p:nvSpPr>
          <p:cNvPr id="45"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6" name="Legend 31 to 60 days"/>
          <p:cNvSpPr/>
          <p:nvPr/>
        </p:nvSpPr>
        <p:spPr>
          <a:xfrm>
            <a:off x="548640" y="4919472"/>
            <a:ext cx="201168" cy="164592"/>
          </a:xfrm>
          <a:prstGeom prst="rect">
            <a:avLst/>
          </a:prstGeom>
          <a:solidFill>
            <a:srgbClr val="7D8A89"/>
          </a:solidFill>
          <a:ln/>
        </p:spPr>
      </p:sp>
      <p:sp>
        <p:nvSpPr>
          <p:cNvPr id="47"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48" name="Legend 15 to 30 days"/>
          <p:cNvSpPr/>
          <p:nvPr/>
        </p:nvSpPr>
        <p:spPr>
          <a:xfrm>
            <a:off x="548640" y="5248656"/>
            <a:ext cx="201168" cy="164592"/>
          </a:xfrm>
          <a:prstGeom prst="rect">
            <a:avLst/>
          </a:prstGeom>
          <a:solidFill>
            <a:srgbClr val="B3AD9E"/>
          </a:solidFill>
          <a:ln/>
        </p:spPr>
      </p:sp>
      <p:sp>
        <p:nvSpPr>
          <p:cNvPr id="49"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0" name="Legend 5 to 14 days"/>
          <p:cNvSpPr/>
          <p:nvPr/>
        </p:nvSpPr>
        <p:spPr>
          <a:xfrm>
            <a:off x="548640" y="5577840"/>
            <a:ext cx="201168" cy="164592"/>
          </a:xfrm>
          <a:prstGeom prst="rect">
            <a:avLst/>
          </a:prstGeom>
          <a:solidFill>
            <a:srgbClr val="DCD7C9"/>
          </a:solidFill>
          <a:ln/>
        </p:spPr>
      </p:sp>
      <p:sp>
        <p:nvSpPr>
          <p:cNvPr id="51"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2"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7B5C"/>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A9A598"/>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2C3639"/>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A9A598"/>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2C3639"/>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A9A598"/>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2C3639"/>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A9A598"/>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2C3639"/>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2C3639"/>
          </a:solidFill>
          <a:ln w="12700">
            <a:solidFill>
              <a:srgbClr val="2C3639"/>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A9A598"/>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A9A598"/>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A9A598"/>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7B5C"/>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7B5C"/>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1" name="Grid 0"/>
          <p:cNvSpPr/>
          <p:nvPr/>
        </p:nvSpPr>
        <p:spPr>
          <a:xfrm>
            <a:off x="1234440" y="1371600"/>
            <a:ext cx="6309360" cy="0"/>
          </a:xfrm>
          <a:prstGeom prst="line">
            <a:avLst/>
          </a:prstGeom>
          <a:noFill/>
          <a:ln w="9525">
            <a:solidFill>
              <a:srgbClr val="6F7877"/>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8E4DA"/>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8E4DA"/>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8E4DA"/>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8E4DA"/>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8E4DA"/>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8E4DA"/>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2C3639"/>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A9A598"/>
            </a:solidFill>
            <a:prstDash val="solid"/>
          </a:ln>
        </p:spPr>
      </p:sp>
      <p:sp>
        <p:nvSpPr>
          <p:cNvPr id="35" name="Deep hip rotators at day 60"/>
          <p:cNvSpPr/>
          <p:nvPr/>
        </p:nvSpPr>
        <p:spPr>
          <a:xfrm>
            <a:off x="4338828" y="1628966"/>
            <a:ext cx="100584" cy="100584"/>
          </a:xfrm>
          <a:prstGeom prst="ellipse">
            <a:avLst/>
          </a:prstGeom>
          <a:solidFill>
            <a:srgbClr val="A9A598"/>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6E9C9A"/>
            </a:solidFill>
            <a:prstDash val="solid"/>
          </a:ln>
        </p:spPr>
      </p:sp>
      <p:sp>
        <p:nvSpPr>
          <p:cNvPr id="37" name="Inner thigh (hip adductors) at day 60"/>
          <p:cNvSpPr/>
          <p:nvPr/>
        </p:nvSpPr>
        <p:spPr>
          <a:xfrm>
            <a:off x="4338828" y="2195703"/>
            <a:ext cx="100584" cy="100584"/>
          </a:xfrm>
          <a:prstGeom prst="ellipse">
            <a:avLst/>
          </a:prstGeom>
          <a:solidFill>
            <a:srgbClr val="6E9C9A"/>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B47F7B"/>
            </a:solidFill>
            <a:prstDash val="solid"/>
          </a:ln>
        </p:spPr>
      </p:sp>
      <p:sp>
        <p:nvSpPr>
          <p:cNvPr id="39" name="Glutes (hip extensors) at day 60"/>
          <p:cNvSpPr/>
          <p:nvPr/>
        </p:nvSpPr>
        <p:spPr>
          <a:xfrm>
            <a:off x="4338828" y="2309050"/>
            <a:ext cx="100584" cy="100584"/>
          </a:xfrm>
          <a:prstGeom prst="ellipse">
            <a:avLst/>
          </a:prstGeom>
          <a:solidFill>
            <a:srgbClr val="B47F7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7F9160"/>
            </a:solidFill>
            <a:prstDash val="solid"/>
          </a:ln>
        </p:spPr>
      </p:sp>
      <p:sp>
        <p:nvSpPr>
          <p:cNvPr id="41" name="Hip flexors at day 60"/>
          <p:cNvSpPr/>
          <p:nvPr/>
        </p:nvSpPr>
        <p:spPr>
          <a:xfrm>
            <a:off x="4338828" y="2422398"/>
            <a:ext cx="100584" cy="100584"/>
          </a:xfrm>
          <a:prstGeom prst="ellipse">
            <a:avLst/>
          </a:prstGeom>
          <a:solidFill>
            <a:srgbClr val="7F9160"/>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8D7CA0"/>
            </a:solidFill>
            <a:prstDash val="solid"/>
          </a:ln>
        </p:spPr>
      </p:sp>
      <p:sp>
        <p:nvSpPr>
          <p:cNvPr id="43" name="Outer hip (hip abductors) at day 60"/>
          <p:cNvSpPr/>
          <p:nvPr/>
        </p:nvSpPr>
        <p:spPr>
          <a:xfrm>
            <a:off x="4338828" y="2794825"/>
            <a:ext cx="100584" cy="100584"/>
          </a:xfrm>
          <a:prstGeom prst="ellipse">
            <a:avLst/>
          </a:prstGeom>
          <a:solidFill>
            <a:srgbClr val="8D7CA0"/>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5A7A8C"/>
            </a:solidFill>
            <a:prstDash val="solid"/>
          </a:ln>
        </p:spPr>
      </p:sp>
      <p:sp>
        <p:nvSpPr>
          <p:cNvPr id="45" name="Back thigh (knee flexors) at day 60"/>
          <p:cNvSpPr/>
          <p:nvPr/>
        </p:nvSpPr>
        <p:spPr>
          <a:xfrm>
            <a:off x="4338828" y="2908173"/>
            <a:ext cx="100584" cy="100584"/>
          </a:xfrm>
          <a:prstGeom prst="ellipse">
            <a:avLst/>
          </a:prstGeom>
          <a:solidFill>
            <a:srgbClr val="5A7A8C"/>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2C3639"/>
            </a:solidFill>
            <a:prstDash val="solid"/>
          </a:ln>
        </p:spPr>
      </p:sp>
      <p:sp>
        <p:nvSpPr>
          <p:cNvPr id="47" name="Front thigh (knee extensors) at day 60"/>
          <p:cNvSpPr/>
          <p:nvPr/>
        </p:nvSpPr>
        <p:spPr>
          <a:xfrm>
            <a:off x="4338828" y="2956751"/>
            <a:ext cx="100584" cy="100584"/>
          </a:xfrm>
          <a:prstGeom prst="ellipse">
            <a:avLst/>
          </a:prstGeom>
          <a:solidFill>
            <a:srgbClr val="2C3639"/>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C9A040"/>
            </a:solidFill>
            <a:prstDash val="solid"/>
          </a:ln>
        </p:spPr>
      </p:sp>
      <p:sp>
        <p:nvSpPr>
          <p:cNvPr id="49" name="Shin (dorsiflexors) at day 60"/>
          <p:cNvSpPr/>
          <p:nvPr/>
        </p:nvSpPr>
        <p:spPr>
          <a:xfrm>
            <a:off x="4338828" y="2972943"/>
            <a:ext cx="100584" cy="100584"/>
          </a:xfrm>
          <a:prstGeom prst="ellipse">
            <a:avLst/>
          </a:prstGeom>
          <a:solidFill>
            <a:srgbClr val="C9A040"/>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7B5C"/>
            </a:solidFill>
            <a:prstDash val="solid"/>
          </a:ln>
        </p:spPr>
      </p:sp>
      <p:sp>
        <p:nvSpPr>
          <p:cNvPr id="51" name="Calf (plantar flexors) at day 60"/>
          <p:cNvSpPr/>
          <p:nvPr/>
        </p:nvSpPr>
        <p:spPr>
          <a:xfrm>
            <a:off x="4338828" y="3879723"/>
            <a:ext cx="100584" cy="100584"/>
          </a:xfrm>
          <a:prstGeom prst="ellipse">
            <a:avLst/>
          </a:prstGeom>
          <a:solidFill>
            <a:srgbClr val="A27B5C"/>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A9A598"/>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A9A598"/>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6E9C9A"/>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6E9C9A"/>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B47F7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B47F7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7F9160"/>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7F9160"/>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8D7CA0"/>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8D7CA0"/>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5A7A8C"/>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5A7A8C"/>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2C3639"/>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2C3639"/>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C9A040"/>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C9A040"/>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7B5C"/>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7B5C"/>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30968" y="6382512"/>
            <a:ext cx="219456" cy="219456"/>
          </a:xfrm>
          <a:prstGeom prst="ellipse">
            <a:avLst/>
          </a:prstGeom>
          <a:solidFill>
            <a:schemeClr val="accent1"/>
          </a:solidFill>
          <a:ln w="9525">
            <a:solidFill>
              <a:srgbClr val="A27B5C"/>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A9A598"/>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2C3639"/>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A9A598"/>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6" name="Arrow model to output"/>
          <p:cNvSpPr/>
          <p:nvPr/>
        </p:nvSpPr>
        <p:spPr>
          <a:xfrm>
            <a:off x="8458200" y="2583180"/>
            <a:ext cx="457200" cy="0"/>
          </a:xfrm>
          <a:prstGeom prst="line">
            <a:avLst/>
          </a:prstGeom>
          <a:noFill/>
          <a:ln w="15875">
            <a:solidFill>
              <a:srgbClr val="2C3639"/>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A9A598"/>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A9A598"/>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A9A598"/>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A9A598"/>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A9A598"/>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A9A598"/>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A9A598"/>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A9A598"/>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A9A598"/>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A9A598"/>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A9A598"/>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A9A598"/>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A9A598"/>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A9A598"/>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7B5C"/>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A9A598"/>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A9A598"/>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A9A598"/>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A9A598"/>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A9A598"/>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A9A598"/>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A9A598"/>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A9A598"/>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A9A598"/>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A9A598"/>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A9A598"/>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A9A598"/>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A9A598"/>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A9A598"/>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A9A598"/>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A9A598"/>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A9A598"/>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A9A598"/>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Brown: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A9A598"/>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2C3639"/>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A9A598"/>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2C3639"/>
            </a:solidFill>
            <a:prstDash val="solid"/>
            <a:tailEnd type="triangle"/>
          </a:ln>
        </p:spPr>
      </p:sp>
      <p:sp>
        <p:nvSpPr>
          <p:cNvPr id="17"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18"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0"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1"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428732" y="6432804"/>
            <a:ext cx="118872" cy="118872"/>
          </a:xfrm>
          <a:prstGeom prst="ellipse">
            <a:avLst/>
          </a:prstGeom>
          <a:solidFill>
            <a:schemeClr val="tx2"/>
          </a:solidFill>
          <a:ln w="9525">
            <a:solidFill>
              <a:srgbClr val="2C3639"/>
            </a:solidFill>
            <a:prstDash val="solid"/>
          </a:ln>
        </p:spPr>
      </p:sp>
      <p:sp>
        <p:nvSpPr>
          <p:cNvPr id="8" name="Tracker 6 Conclusion"/>
          <p:cNvSpPr/>
          <p:nvPr/>
        </p:nvSpPr>
        <p:spPr>
          <a:xfrm>
            <a:off x="10725912" y="6382512"/>
            <a:ext cx="219456" cy="219456"/>
          </a:xfrm>
          <a:prstGeom prst="ellipse">
            <a:avLst/>
          </a:prstGeom>
          <a:solidFill>
            <a:schemeClr val="accent1"/>
          </a:solidFill>
          <a:ln w="9525">
            <a:solidFill>
              <a:srgbClr val="A27B5C"/>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2"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3" name="Divider"/>
          <p:cNvSpPr/>
          <p:nvPr/>
        </p:nvSpPr>
        <p:spPr>
          <a:xfrm>
            <a:off x="548640" y="3840480"/>
            <a:ext cx="11064240" cy="0"/>
          </a:xfrm>
          <a:prstGeom prst="line">
            <a:avLst/>
          </a:prstGeom>
          <a:noFill/>
          <a:ln w="9525">
            <a:solidFill>
              <a:srgbClr val="A9A598"/>
            </a:solidFill>
            <a:prstDash val="solid"/>
          </a:ln>
        </p:spPr>
      </p:sp>
      <p:sp>
        <p:nvSpPr>
          <p:cNvPr id="14"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A9A598"/>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A9A598"/>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A9A598"/>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2C3639"/>
      </a:dk1>
      <a:lt1>
        <a:srgbClr val="FFFFFF"/>
      </a:lt1>
      <a:dk2>
        <a:srgbClr val="2C3639"/>
      </a:dk2>
      <a:lt2>
        <a:srgbClr val="F3F0E9"/>
      </a:lt2>
      <a:accent1>
        <a:srgbClr val="A27B5C"/>
      </a:accent1>
      <a:accent2>
        <a:srgbClr val="3F4E4F"/>
      </a:accent2>
      <a:accent3>
        <a:srgbClr val="6F7877"/>
      </a:accent3>
      <a:accent4>
        <a:srgbClr val="C4BEB0"/>
      </a:accent4>
      <a:accent5>
        <a:srgbClr val="A9A598"/>
      </a:accent5>
      <a:accent6>
        <a:srgbClr val="E8E4DA"/>
      </a:accent6>
      <a:hlink>
        <a:srgbClr val="3F4E4F"/>
      </a:hlink>
      <a:folHlink>
        <a:srgbClr val="6F7877"/>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2026-10-06T13:01:30Z</dcterms:created>
  <dcterms:modified xsi:type="dcterms:W3CDTF">2026-10-06T13:01:30Z</dcterms:modified>
</cp:coreProperties>
</file>