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fff099-8b3c-e504-e703-79b22abe9499}">
          <p14:sldIdLst>
            <p14:sldId id="256"/>
            <p14:sldId id="257"/>
          </p14:sldIdLst>
        </p14:section>
        <p14:section name="Part 1" id="{74defe6b-51b3-b5f7-ae78-cbb98e133240}">
          <p14:sldIdLst>
            <p14:sldId id="258"/>
            <p14:sldId id="259"/>
            <p14:sldId id="260"/>
            <p14:sldId id="261"/>
            <p14:sldId id="262"/>
            <p14:sldId id="263"/>
            <p14:sldId id="264"/>
          </p14:sldIdLst>
        </p14:section>
        <p14:section name="Part 2" id="{1f2a7c96-cfcd-7598-1151-40185d39e361}">
          <p14:sldIdLst>
            <p14:sldId id="265"/>
            <p14:sldId id="266"/>
            <p14:sldId id="267"/>
            <p14:sldId id="268"/>
            <p14:sldId id="269"/>
            <p14:sldId id="270"/>
            <p14:sldId id="271"/>
          </p14:sldIdLst>
        </p14:section>
        <p14:section name="Backup" id="{6ca111da-ee9f-245d-12c3-0a5fc7ab500a}">
          <p14:sldIdLst>
            <p14:sldId id="272"/>
            <p14:sldId id="273"/>
            <p14:sldId id="274"/>
            <p14:sldId id="275"/>
          </p14:sldIdLst>
        </p14:section>
        <p14:section name="Backup" id="{443e84cd-239a-bc00-f531-b4ba7a613b68}">
          <p14:sldIdLst/>
        </p14:section>
        <p14:section name="Backup" id="{882df4d3-57db-3639-e7f8-2f51c84a7d67}">
          <p14:sldIdLst/>
        </p14:section>
        <p14:section name="Backup" id="{7e49177c-d63d-5041-917e-76c433e398a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2026-10-06T11:42:40Z</dcterms:created>
  <dcterms:modified xsi:type="dcterms:W3CDTF">2026-10-06T11:42:40Z</dcterms:modified>
</cp:coreProperties>
</file>