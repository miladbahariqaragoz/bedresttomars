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854e55-f17f-a7a3-7097-4b6a8bcfc816}">
          <p14:sldIdLst>
            <p14:sldId id="256"/>
            <p14:sldId id="257"/>
          </p14:sldIdLst>
        </p14:section>
        <p14:section name="Part 1" id="{fdd9be1d-b320-fb8c-ba59-699e7e56cdc7}">
          <p14:sldIdLst>
            <p14:sldId id="258"/>
            <p14:sldId id="259"/>
            <p14:sldId id="260"/>
            <p14:sldId id="261"/>
            <p14:sldId id="262"/>
            <p14:sldId id="263"/>
          </p14:sldIdLst>
        </p14:section>
        <p14:section name="Part 2" id="{b762a22e-8a02-a47a-4298-965eff46725d}">
          <p14:sldIdLst>
            <p14:sldId id="264"/>
            <p14:sldId id="265"/>
            <p14:sldId id="266"/>
            <p14:sldId id="267"/>
            <p14:sldId id="268"/>
            <p14:sldId id="269"/>
          </p14:sldIdLst>
        </p14:section>
        <p14:section name="Backup" id="{426e4b9e-ab3e-8f39-2694-45b92e8e46d6}">
          <p14:sldIdLst>
            <p14:sldId id="270"/>
            <p14:sldId id="271"/>
            <p14:sldId id="272"/>
            <p14:sldId id="273"/>
            <p14:sldId id="274"/>
          </p14:sldIdLst>
        </p14:section>
        <p14:section name="Backup" id="{f0771c00-5892-6346-4460-e674807a76a6}">
          <p14:sldIdLst/>
        </p14:section>
        <p14:section name="Backup" id="{ae9ab280-9f8c-2065-ef18-da98985a3966}">
          <p14:sldIdLst/>
        </p14:section>
        <p14:section name="Backup" id="{2f7fc2cb-edb4-5a16-7027-8d816ec04e7e}">
          <p14:sldIdLst/>
        </p14:section>
        <p14:section name="Backup" id="{bdc415c2-d913-6173-46db-190d8288a2f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prediction,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campaign.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campaign, and most of what remains is a shift that applies to a whole campaign, from its scanner, its volunteers or its protocol. None of our columns describes that, so 32 campaigns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 language model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studied, search,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ML 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prediction</a:t>
            </a:r>
            <a:endParaRPr lang="en-US" sz="1600" dirty="0"/>
          </a:p>
          <a:p>
            <a:pPr algn="ctr" indent="0" marL="0">
              <a:buNone/>
            </a:pPr>
            <a:r>
              <a:rPr lang="en-US" sz="1400" dirty="0">
                <a:solidFill>
                  <a:schemeClr val="tx1"/>
                </a:solidFill>
              </a:rPr>
              <a:t>Input and output, results, validity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limitations, further work</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about 2.5 years, with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campaign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prediction</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Red: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prediction"/>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campaign is still no lower. Most of the error left is a shift that affects a whole campaign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prediction"/>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prediction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prediction: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prediction"/>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prediction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prediction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prediction"/>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prediction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prediction</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prediction"/>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predicts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prediction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how did we search the literature?</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2026-10-06T12:28:57Z</dcterms:created>
  <dcterms:modified xsi:type="dcterms:W3CDTF">2026-10-06T12:28:57Z</dcterms:modified>
</cp:coreProperties>
</file>