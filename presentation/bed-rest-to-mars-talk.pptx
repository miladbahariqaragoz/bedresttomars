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860d6cb-0d50-dc31-f7ca-22743eedf205}">
          <p14:sldIdLst>
            <p14:sldId id="256"/>
            <p14:sldId id="257"/>
          </p14:sldIdLst>
        </p14:section>
        <p14:section name="Part 1" id="{aa60e39c-637c-1712-5ddd-f5974cb4ef14}">
          <p14:sldIdLst>
            <p14:sldId id="258"/>
            <p14:sldId id="259"/>
            <p14:sldId id="260"/>
            <p14:sldId id="261"/>
            <p14:sldId id="262"/>
            <p14:sldId id="263"/>
          </p14:sldIdLst>
        </p14:section>
        <p14:section name="Part 2" id="{a21d90e0-87d5-9f15-3b14-899fd4a1c019}">
          <p14:sldIdLst>
            <p14:sldId id="264"/>
            <p14:sldId id="265"/>
            <p14:sldId id="266"/>
            <p14:sldId id="267"/>
            <p14:sldId id="268"/>
            <p14:sldId id="269"/>
            <p14:sldId id="270"/>
          </p14:sldIdLst>
        </p14:section>
        <p14:section name="Backup" id="{aed73a93-cd1a-66a8-3960-3694dcbe9438}">
          <p14:sldIdLst>
            <p14:sldId id="271"/>
            <p14:sldId id="272"/>
            <p14:sldId id="273"/>
            <p14:sldId id="274"/>
          </p14:sldIdLst>
        </p14:section>
        <p14:section name="Backup" id="{70a7aae6-7b55-3a5b-84f6-5c287df1a9e2}">
          <p14:sldIdLst/>
        </p14:section>
        <p14:section name="Backup" id="{2f076825-ecf4-d845-2394-b0eb9bf2fd1f}">
          <p14:sldIdLst/>
        </p14:section>
        <p14:section name="Backup" id="{ce9d4330-8a3a-3cc3-d3a3-49ff1e6c991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does the dataset look like?</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Observations (rows)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Studies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Independent campaigns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13" name="Caveat box"/>
          <p:cNvSpPr/>
          <p:nvPr/>
        </p:nvSpPr>
        <p:spPr>
          <a:xfrm>
            <a:off x="548640" y="5257800"/>
            <a:ext cx="11091672" cy="731520"/>
          </a:xfrm>
          <a:prstGeom prst="rect">
            <a:avLst/>
          </a:prstGeom>
          <a:solidFill>
            <a:schemeClr val="bg2"/>
          </a:solidFill>
          <a:ln/>
        </p:spPr>
      </p:sp>
      <p:sp>
        <p:nvSpPr>
          <p:cNvPr id="14" name="Caveat bar"/>
          <p:cNvSpPr/>
          <p:nvPr/>
        </p:nvSpPr>
        <p:spPr>
          <a:xfrm>
            <a:off x="548640" y="5257800"/>
            <a:ext cx="73152" cy="731520"/>
          </a:xfrm>
          <a:prstGeom prst="rect">
            <a:avLst/>
          </a:prstGeom>
          <a:solidFill>
            <a:srgbClr val="A23B2A"/>
          </a:solidFill>
          <a:ln/>
        </p:spPr>
      </p:sp>
      <p:sp>
        <p:nvSpPr>
          <p:cNvPr id="15" name="Text 12"/>
          <p:cNvSpPr txBox="1"/>
          <p:nvPr/>
        </p:nvSpPr>
        <p:spPr>
          <a:xfrm>
            <a:off x="777240" y="5257800"/>
            <a:ext cx="10698480" cy="731520"/>
          </a:xfrm>
          <a:prstGeom prst="rect">
            <a:avLst/>
          </a:prstGeom>
          <a:noFill/>
          <a:ln/>
        </p:spPr>
        <p:txBody>
          <a:bodyPr wrap="square" lIns="0" tIns="0" rIns="0" bIns="0" rtlCol="0" anchor="ctr"/>
          <a:lstStyle/>
          <a:p>
            <a:pPr indent="0" marL="0">
              <a:buNone/>
            </a:pPr>
            <a:r>
              <a:rPr lang="en-US" sz="1700" b="1" dirty="0">
                <a:solidFill>
                  <a:schemeClr val="accent1"/>
                </a:solidFill>
              </a:rPr>
              <a:t>742 observations ≠ 742 independent participants</a:t>
            </a:r>
            <a:endParaRPr lang="en-US" sz="1700" dirty="0"/>
          </a:p>
          <a:p>
            <a:pPr indent="0" marL="0">
              <a:buNone/>
            </a:pPr>
            <a:r>
              <a:rPr lang="en-US" sz="1300" dirty="0">
                <a:solidFill>
                  <a:schemeClr val="tx1"/>
                </a:solidFill>
              </a:rPr>
              <a:t>One campaign gives rows for several muscles, groups and scan days.</a:t>
            </a:r>
            <a:endParaRPr lang="en-US" sz="1700" dirty="0"/>
          </a:p>
        </p:txBody>
      </p:sp>
      <p:sp>
        <p:nvSpPr>
          <p:cNvPr id="16" name="Text 13"/>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2026-10-06T11:57:45Z</dcterms:created>
  <dcterms:modified xsi:type="dcterms:W3CDTF">2026-10-06T11:57:45Z</dcterms:modified>
</cp:coreProperties>
</file>